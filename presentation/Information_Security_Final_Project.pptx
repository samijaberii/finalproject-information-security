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448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200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65019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6.png"/><Relationship Id="rId4" Type="http://schemas.openxmlformats.org/officeDocument/2006/relationships/image" Target="../media/image9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8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21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0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371600"/>
            <a:ext cx="12161520" cy="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2743200"/>
            <a:ext cx="12161520" cy="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114800"/>
            <a:ext cx="12161520" cy="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5486400"/>
            <a:ext cx="12161520" cy="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0"/>
            <a:ext cx="12161520" cy="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4440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548640"/>
            <a:ext cx="1463040" cy="36576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48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</a:t>
            </a:r>
            <a:endParaRPr lang="en-US" sz="1000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457200"/>
            <a:ext cx="1280160" cy="128016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1828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SECURITY</a:t>
            </a:r>
            <a:endParaRPr lang="en-US" sz="5200" dirty="0"/>
          </a:p>
        </p:txBody>
      </p:sp>
      <p:sp>
        <p:nvSpPr>
          <p:cNvPr id="22" name="Text 19"/>
          <p:cNvSpPr/>
          <p:nvPr/>
        </p:nvSpPr>
        <p:spPr>
          <a:xfrm>
            <a:off x="548640" y="2606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kern="0" spc="2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</a:t>
            </a:r>
            <a:endParaRPr lang="en-US" sz="5200" dirty="0"/>
          </a:p>
        </p:txBody>
      </p:sp>
      <p:sp>
        <p:nvSpPr>
          <p:cNvPr id="23" name="Shape 20"/>
          <p:cNvSpPr/>
          <p:nvPr/>
        </p:nvSpPr>
        <p:spPr>
          <a:xfrm>
            <a:off x="548640" y="3611880"/>
            <a:ext cx="182880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8640" y="3749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Project — Two Cybersecurity Tools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548640" y="4389120"/>
            <a:ext cx="5303520" cy="1280160"/>
          </a:xfrm>
          <a:prstGeom prst="rect">
            <a:avLst/>
          </a:prstGeom>
          <a:solidFill>
            <a:srgbClr val="132544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709160"/>
            <a:ext cx="640080" cy="64008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554480" y="4617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Password Generator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1554480" y="5029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01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309360" y="4389120"/>
            <a:ext cx="5303520" cy="1280160"/>
          </a:xfrm>
          <a:prstGeom prst="rect">
            <a:avLst/>
          </a:prstGeom>
          <a:solidFill>
            <a:srgbClr val="132544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4709160"/>
            <a:ext cx="640080" cy="64008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315200" y="4617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Integrity Monitoring</a:t>
            </a:r>
            <a:endParaRPr lang="en-US" sz="1600" dirty="0"/>
          </a:p>
        </p:txBody>
      </p:sp>
      <p:sp>
        <p:nvSpPr>
          <p:cNvPr id="32" name="Text 27"/>
          <p:cNvSpPr/>
          <p:nvPr/>
        </p:nvSpPr>
        <p:spPr>
          <a:xfrm>
            <a:off x="7315200" y="5029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02</a:t>
            </a:r>
            <a:endParaRPr lang="en-US" sz="1100" dirty="0"/>
          </a:p>
        </p:txBody>
      </p:sp>
      <p:sp>
        <p:nvSpPr>
          <p:cNvPr id="33" name="Text 28"/>
          <p:cNvSpPr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Mohammad Farid Hassani  •  Sami Jaberi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005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project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457200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28800"/>
            <a:ext cx="7315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91640" y="2194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Tools, One Mission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74320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two practical cybersecurity tools as part of our Information Security course. The goal is simple: improve system security and help protect important information using ideas we learned in class.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5394960"/>
            <a:ext cx="1371600" cy="3657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53949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240280" y="5394960"/>
            <a:ext cx="1371600" cy="3657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240280" y="53949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703320" y="5394960"/>
            <a:ext cx="1554480" cy="3657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703320" y="5394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554480"/>
            <a:ext cx="5486400" cy="137160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17920" y="1554480"/>
            <a:ext cx="73152" cy="13716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920240"/>
            <a:ext cx="640080" cy="640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269480" y="17830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Project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7269480" y="22402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our Information Security class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217920" y="3108960"/>
            <a:ext cx="5486400" cy="137160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17920" y="3108960"/>
            <a:ext cx="73152" cy="13716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3474720"/>
            <a:ext cx="640080" cy="6400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269480" y="33375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Cybersecurity Tools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7269480" y="379476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generator and integrity checker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217920" y="4663440"/>
            <a:ext cx="5486400" cy="137160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217920" y="4663440"/>
            <a:ext cx="73152" cy="13716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5029200"/>
            <a:ext cx="640080" cy="6400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269480" y="4892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Goal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7269480" y="53492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security and protect important data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0" y="6537960"/>
            <a:ext cx="73152" cy="3200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274320" y="6537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Security Final Project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11064240" y="65379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Problems We Face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005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cybersecurity matters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28800"/>
            <a:ext cx="1280160" cy="1280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Threats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57200" y="379476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systems face many risks every day. These are the problems our project tries to address.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00400" y="1554480"/>
            <a:ext cx="2697480" cy="219456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00400" y="1554480"/>
            <a:ext cx="2697480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83380" y="1874520"/>
            <a:ext cx="731520" cy="73152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EF4444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540" y="201168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37560" y="27432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Passwords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337560" y="31546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guess or crack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80760" y="1554480"/>
            <a:ext cx="2697480" cy="219456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080760" y="1554480"/>
            <a:ext cx="2697480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063740" y="1874520"/>
            <a:ext cx="731520" cy="73152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EF4444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900" y="201168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17920" y="27432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Unauthorized Edits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217920" y="31546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changed by attackers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61120" y="1554480"/>
            <a:ext cx="2697480" cy="219456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961120" y="1554480"/>
            <a:ext cx="2697480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944100" y="1874520"/>
            <a:ext cx="731520" cy="73152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EF4444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1260" y="2011680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098280" y="27432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Loss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9098280" y="31546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info disappears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3200400" y="3931920"/>
            <a:ext cx="2697480" cy="219456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3200400" y="3931920"/>
            <a:ext cx="2697480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4183380" y="4251960"/>
            <a:ext cx="731520" cy="73152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EF4444"/>
            </a:solidFill>
            <a:prstDash val="solid"/>
          </a:ln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0540" y="4389120"/>
            <a:ext cx="457200" cy="45720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3337560" y="51206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Risks</a:t>
            </a:r>
            <a:endParaRPr lang="en-US" sz="1400" dirty="0"/>
          </a:p>
        </p:txBody>
      </p:sp>
      <p:sp>
        <p:nvSpPr>
          <p:cNvPr id="31" name="Text 24"/>
          <p:cNvSpPr/>
          <p:nvPr/>
        </p:nvSpPr>
        <p:spPr>
          <a:xfrm>
            <a:off x="3337560" y="55321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Vulnerabilities in systems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6080760" y="3931920"/>
            <a:ext cx="2697480" cy="219456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080760" y="3931920"/>
            <a:ext cx="2697480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7063740" y="4251960"/>
            <a:ext cx="731520" cy="73152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EF4444"/>
            </a:solidFill>
            <a:prstDash val="solid"/>
          </a:ln>
        </p:spPr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00900" y="4389120"/>
            <a:ext cx="457200" cy="45720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6217920" y="51206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Unauthorized Access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6217920" y="55321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Strangers reach private data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0" y="6537960"/>
            <a:ext cx="73152" cy="3200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274320" y="6537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Security Final Project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11064240" y="65379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005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want to achieve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2880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840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Mission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57200" y="43434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clear goals shape our two security tools.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00400" y="1554480"/>
            <a:ext cx="8503920" cy="7772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00400" y="1554480"/>
            <a:ext cx="822960" cy="7772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0" y="155448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173736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4880" y="155448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Strong Passwords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200400" y="2423160"/>
            <a:ext cx="8503920" cy="7772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200400" y="2423160"/>
            <a:ext cx="822960" cy="7772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200400" y="24231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260604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754880" y="242316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Authentication Security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3200400" y="3291840"/>
            <a:ext cx="8503920" cy="7772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200400" y="3291840"/>
            <a:ext cx="822960" cy="7772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3200400" y="329184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347472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4754880" y="329184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Important Files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3200400" y="4160520"/>
            <a:ext cx="8503920" cy="7772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3200400" y="4160520"/>
            <a:ext cx="822960" cy="7772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3200400" y="41605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6240" y="4343400"/>
            <a:ext cx="411480" cy="4114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754880" y="416052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File Tampering</a:t>
            </a:r>
            <a:endParaRPr lang="en-US" sz="1600" dirty="0"/>
          </a:p>
        </p:txBody>
      </p:sp>
      <p:sp>
        <p:nvSpPr>
          <p:cNvPr id="28" name="Shape 21"/>
          <p:cNvSpPr/>
          <p:nvPr/>
        </p:nvSpPr>
        <p:spPr>
          <a:xfrm>
            <a:off x="3200400" y="5029200"/>
            <a:ext cx="8503920" cy="7772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3200400" y="5029200"/>
            <a:ext cx="822960" cy="7772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3200400" y="502920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6240" y="5212080"/>
            <a:ext cx="411480" cy="41148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4754880" y="502920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Security Logs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0" y="6537960"/>
            <a:ext cx="73152" cy="3200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5" name="Text 27"/>
          <p:cNvSpPr/>
          <p:nvPr/>
        </p:nvSpPr>
        <p:spPr>
          <a:xfrm>
            <a:off x="274320" y="6537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Security Final Project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064240" y="65379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914400" cy="29260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Password Generator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Strong, random passwords for better authentication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4114800" cy="411480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2468880"/>
            <a:ext cx="1463040" cy="1463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41148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by Design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31520" y="457200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Python's secrets module for true cryptographic randomness — not predictable like the random module.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846320" y="2011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846320" y="2468880"/>
            <a:ext cx="3383280" cy="109728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0" y="2743200"/>
            <a:ext cx="548640" cy="54864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928" y="285292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715000" y="2651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Generation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715000" y="30175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Cryptographically random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366760" y="2468880"/>
            <a:ext cx="3383280" cy="109728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549640" y="2743200"/>
            <a:ext cx="548640" cy="54864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9368" y="2852928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235440" y="2651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Levels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9235440" y="30175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Easy, Medium, Hard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846320" y="3703320"/>
            <a:ext cx="3383280" cy="109728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029200" y="3977640"/>
            <a:ext cx="548640" cy="54864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8928" y="408736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715000" y="38862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Evaluation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715000" y="42519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each password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366760" y="3703320"/>
            <a:ext cx="3383280" cy="109728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549640" y="3977640"/>
            <a:ext cx="548640" cy="54864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59368" y="4087368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235440" y="38862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Support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9235440" y="42519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characters included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4846320" y="4937760"/>
            <a:ext cx="3383280" cy="109728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029200" y="5212080"/>
            <a:ext cx="548640" cy="54864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38928" y="5321808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715000" y="51206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to File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5715000" y="5486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passwords safely</a:t>
            </a:r>
            <a:endParaRPr lang="en-US" sz="1000" dirty="0"/>
          </a:p>
        </p:txBody>
      </p:sp>
      <p:sp>
        <p:nvSpPr>
          <p:cNvPr id="36" name="Shape 28"/>
          <p:cNvSpPr/>
          <p:nvPr/>
        </p:nvSpPr>
        <p:spPr>
          <a:xfrm>
            <a:off x="8366760" y="4937760"/>
            <a:ext cx="3383280" cy="109728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8549640" y="5212080"/>
            <a:ext cx="548640" cy="54864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59368" y="5321808"/>
            <a:ext cx="329184" cy="329184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9235440" y="51206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Generation</a:t>
            </a:r>
            <a:endParaRPr lang="en-US" sz="1300" dirty="0"/>
          </a:p>
        </p:txBody>
      </p:sp>
      <p:sp>
        <p:nvSpPr>
          <p:cNvPr id="40" name="Text 31"/>
          <p:cNvSpPr/>
          <p:nvPr/>
        </p:nvSpPr>
        <p:spPr>
          <a:xfrm>
            <a:off x="9235440" y="5486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at once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0" y="6537960"/>
            <a:ext cx="73152" cy="3200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274320" y="6537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Security Final Project</a:t>
            </a:r>
            <a:endParaRPr lang="en-US" sz="900" dirty="0"/>
          </a:p>
        </p:txBody>
      </p:sp>
      <p:sp>
        <p:nvSpPr>
          <p:cNvPr id="44" name="Text 35"/>
          <p:cNvSpPr/>
          <p:nvPr/>
        </p:nvSpPr>
        <p:spPr>
          <a:xfrm>
            <a:off x="11064240" y="65379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Generator — Technologies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005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used to build it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657600" cy="44348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91640"/>
            <a:ext cx="3657600" cy="7315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57400"/>
            <a:ext cx="731520" cy="7315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2880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31520" y="31546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31520" y="388620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Cross-platform, beginner-friendly, with a strong standard library for security tasks.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" y="5440680"/>
            <a:ext cx="1463040" cy="3657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5440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v3.x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51960" y="1691640"/>
            <a:ext cx="3657600" cy="44348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51960" y="1691640"/>
            <a:ext cx="3657600" cy="7315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2057400"/>
            <a:ext cx="731520" cy="7315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526280" y="2880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526280" y="3154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Modules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4526280" y="3703320"/>
            <a:ext cx="3108960" cy="411480"/>
          </a:xfrm>
          <a:prstGeom prst="rect">
            <a:avLst/>
          </a:prstGeom>
          <a:solidFill>
            <a:srgbClr val="050D1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617720" y="37033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secrets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5852160" y="37033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randomness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526280" y="4206240"/>
            <a:ext cx="3108960" cy="411480"/>
          </a:xfrm>
          <a:prstGeom prst="rect">
            <a:avLst/>
          </a:prstGeom>
          <a:solidFill>
            <a:srgbClr val="050D1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17720" y="42062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argparse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5852160" y="4206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arguments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4526280" y="4709160"/>
            <a:ext cx="3108960" cy="411480"/>
          </a:xfrm>
          <a:prstGeom prst="rect">
            <a:avLst/>
          </a:prstGeom>
          <a:solidFill>
            <a:srgbClr val="050D1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617720" y="47091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5852160" y="47091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 sets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26280" y="5212080"/>
            <a:ext cx="3108960" cy="411480"/>
          </a:xfrm>
          <a:prstGeom prst="rect">
            <a:avLst/>
          </a:prstGeom>
          <a:solidFill>
            <a:srgbClr val="050D1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617720" y="521208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pathlib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5852160" y="5212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paths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8046720" y="1691640"/>
            <a:ext cx="3657600" cy="44348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8046720" y="1691640"/>
            <a:ext cx="3657600" cy="7315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2057400"/>
            <a:ext cx="731520" cy="731520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8321040" y="2880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CONCEPT</a:t>
            </a:r>
            <a:endParaRPr lang="en-US" sz="1100" dirty="0"/>
          </a:p>
        </p:txBody>
      </p:sp>
      <p:sp>
        <p:nvSpPr>
          <p:cNvPr id="34" name="Text 29"/>
          <p:cNvSpPr/>
          <p:nvPr/>
        </p:nvSpPr>
        <p:spPr>
          <a:xfrm>
            <a:off x="8321040" y="31546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Random Generation</a:t>
            </a:r>
            <a:endParaRPr lang="en-US" sz="1800" dirty="0"/>
          </a:p>
        </p:txBody>
      </p:sp>
      <p:sp>
        <p:nvSpPr>
          <p:cNvPr id="35" name="Text 30"/>
          <p:cNvSpPr/>
          <p:nvPr/>
        </p:nvSpPr>
        <p:spPr>
          <a:xfrm>
            <a:off x="8321040" y="41605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cryptographically secure random number generation. The secrets module is designed for passwords, tokens, and security keys.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8321040" y="5440680"/>
            <a:ext cx="2286000" cy="3657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8321040" y="5440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</a:t>
            </a:r>
            <a:endParaRPr lang="en-US" sz="1100" dirty="0"/>
          </a:p>
        </p:txBody>
      </p:sp>
      <p:sp>
        <p:nvSpPr>
          <p:cNvPr id="38" name="Shape 33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0" y="6537960"/>
            <a:ext cx="73152" cy="3200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274320" y="6537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Security Final Project</a:t>
            </a:r>
            <a:endParaRPr lang="en-US" sz="900" dirty="0"/>
          </a:p>
        </p:txBody>
      </p:sp>
      <p:sp>
        <p:nvSpPr>
          <p:cNvPr id="41" name="Text 36"/>
          <p:cNvSpPr/>
          <p:nvPr/>
        </p:nvSpPr>
        <p:spPr>
          <a:xfrm>
            <a:off x="11064240" y="65379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914400" cy="29260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Integrity Monitoring System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any file changes using SHA-256 hashing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2011680"/>
            <a:ext cx="2743200" cy="187452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2011680"/>
            <a:ext cx="274320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25880" y="2286000"/>
            <a:ext cx="731520" cy="73152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242316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3108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Hashing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Industry-standard algorithm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46120" y="2011680"/>
            <a:ext cx="2743200" cy="187452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46120" y="2011680"/>
            <a:ext cx="274320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51960" y="2286000"/>
            <a:ext cx="731520" cy="73152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242316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383280" y="3108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Verification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3383280" y="34747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files against baseline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172200" y="2011680"/>
            <a:ext cx="2743200" cy="187452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172200" y="2011680"/>
            <a:ext cx="274320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178040" y="2286000"/>
            <a:ext cx="731520" cy="73152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242316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309360" y="3108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Tampering Detection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309360" y="34747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unauthorized changes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9098280" y="2011680"/>
            <a:ext cx="2743200" cy="187452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098280" y="2011680"/>
            <a:ext cx="274320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10104120" y="2286000"/>
            <a:ext cx="731520" cy="73152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80" y="2423160"/>
            <a:ext cx="457200" cy="4572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235440" y="3108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Deleted File Alert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9235440" y="34747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missing files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1783080" y="4114800"/>
            <a:ext cx="2743200" cy="187452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783080" y="4114800"/>
            <a:ext cx="274320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2788920" y="4389120"/>
            <a:ext cx="731520" cy="73152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080" y="4526280"/>
            <a:ext cx="457200" cy="45720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920240" y="5212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File Detection</a:t>
            </a:r>
            <a:endParaRPr lang="en-US" sz="1300" dirty="0"/>
          </a:p>
        </p:txBody>
      </p:sp>
      <p:sp>
        <p:nvSpPr>
          <p:cNvPr id="35" name="Text 28"/>
          <p:cNvSpPr/>
          <p:nvPr/>
        </p:nvSpPr>
        <p:spPr>
          <a:xfrm>
            <a:off x="1920240" y="5577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added files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4709160" y="4114800"/>
            <a:ext cx="2743200" cy="187452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4709160" y="4114800"/>
            <a:ext cx="274320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5715000" y="4389120"/>
            <a:ext cx="731520" cy="73152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52160" y="4526280"/>
            <a:ext cx="457200" cy="457200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4846320" y="5212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Logging</a:t>
            </a:r>
            <a:endParaRPr lang="en-US" sz="1300" dirty="0"/>
          </a:p>
        </p:txBody>
      </p:sp>
      <p:sp>
        <p:nvSpPr>
          <p:cNvPr id="41" name="Text 33"/>
          <p:cNvSpPr/>
          <p:nvPr/>
        </p:nvSpPr>
        <p:spPr>
          <a:xfrm>
            <a:off x="4846320" y="5577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every event</a:t>
            </a:r>
            <a:endParaRPr lang="en-US" sz="1000" dirty="0"/>
          </a:p>
        </p:txBody>
      </p:sp>
      <p:sp>
        <p:nvSpPr>
          <p:cNvPr id="42" name="Shape 34"/>
          <p:cNvSpPr/>
          <p:nvPr/>
        </p:nvSpPr>
        <p:spPr>
          <a:xfrm>
            <a:off x="7635240" y="4114800"/>
            <a:ext cx="2743200" cy="187452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7635240" y="4114800"/>
            <a:ext cx="274320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8641080" y="4389120"/>
            <a:ext cx="731520" cy="73152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78240" y="4526280"/>
            <a:ext cx="457200" cy="457200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7772400" y="5212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Hash Database</a:t>
            </a:r>
            <a:endParaRPr lang="en-US" sz="1300" dirty="0"/>
          </a:p>
        </p:txBody>
      </p:sp>
      <p:sp>
        <p:nvSpPr>
          <p:cNvPr id="47" name="Text 38"/>
          <p:cNvSpPr/>
          <p:nvPr/>
        </p:nvSpPr>
        <p:spPr>
          <a:xfrm>
            <a:off x="7772400" y="5577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storage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49" name="Shape 40"/>
          <p:cNvSpPr/>
          <p:nvPr/>
        </p:nvSpPr>
        <p:spPr>
          <a:xfrm>
            <a:off x="0" y="6537960"/>
            <a:ext cx="73152" cy="3200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50" name="Text 41"/>
          <p:cNvSpPr/>
          <p:nvPr/>
        </p:nvSpPr>
        <p:spPr>
          <a:xfrm>
            <a:off x="274320" y="6537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Security Final Project</a:t>
            </a:r>
            <a:endParaRPr lang="en-US" sz="900" dirty="0"/>
          </a:p>
        </p:txBody>
      </p:sp>
      <p:sp>
        <p:nvSpPr>
          <p:cNvPr id="51" name="Text 42"/>
          <p:cNvSpPr/>
          <p:nvPr/>
        </p:nvSpPr>
        <p:spPr>
          <a:xfrm>
            <a:off x="11064240" y="65379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SHA-256 Monitoring Works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005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workflow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68680" y="2286000"/>
            <a:ext cx="1463040" cy="1463040"/>
          </a:xfrm>
          <a:prstGeom prst="ellipse">
            <a:avLst/>
          </a:prstGeom>
          <a:solidFill>
            <a:srgbClr val="132544"/>
          </a:solidFill>
          <a:ln w="25400">
            <a:solidFill>
              <a:srgbClr val="00D4F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651760"/>
            <a:ext cx="640080" cy="6400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828800" y="2148840"/>
            <a:ext cx="594360" cy="59436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82880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Files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all watched files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77440" y="3017520"/>
            <a:ext cx="685800" cy="0"/>
          </a:xfrm>
          <a:prstGeom prst="line">
            <a:avLst/>
          </a:prstGeom>
          <a:noFill/>
          <a:ln w="25400">
            <a:solidFill>
              <a:srgbClr val="00D4FF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108960" y="2286000"/>
            <a:ext cx="1463040" cy="1463040"/>
          </a:xfrm>
          <a:prstGeom prst="ellipse">
            <a:avLst/>
          </a:prstGeom>
          <a:solidFill>
            <a:srgbClr val="132544"/>
          </a:solidFill>
          <a:ln w="25400">
            <a:solidFill>
              <a:srgbClr val="00D4F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2651760"/>
            <a:ext cx="640080" cy="6400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069080" y="2148840"/>
            <a:ext cx="594360" cy="59436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06908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2880360" y="3886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Hashes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2880360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SHA-256 hash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617720" y="3017520"/>
            <a:ext cx="685800" cy="0"/>
          </a:xfrm>
          <a:prstGeom prst="line">
            <a:avLst/>
          </a:prstGeom>
          <a:noFill/>
          <a:ln w="25400">
            <a:solidFill>
              <a:srgbClr val="00D4F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5349240" y="2286000"/>
            <a:ext cx="1463040" cy="1463040"/>
          </a:xfrm>
          <a:prstGeom prst="ellipse">
            <a:avLst/>
          </a:prstGeom>
          <a:solidFill>
            <a:srgbClr val="132544"/>
          </a:solidFill>
          <a:ln w="25400">
            <a:solidFill>
              <a:srgbClr val="00D4FF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2651760"/>
            <a:ext cx="640080" cy="6400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09360" y="2148840"/>
            <a:ext cx="594360" cy="59436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30936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5120640" y="3886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Database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5120640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hashes in JSON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6858000" y="3017520"/>
            <a:ext cx="685800" cy="0"/>
          </a:xfrm>
          <a:prstGeom prst="line">
            <a:avLst/>
          </a:prstGeom>
          <a:noFill/>
          <a:ln w="25400">
            <a:solidFill>
              <a:srgbClr val="00D4FF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7589520" y="2286000"/>
            <a:ext cx="1463040" cy="1463040"/>
          </a:xfrm>
          <a:prstGeom prst="ellipse">
            <a:avLst/>
          </a:prstGeom>
          <a:solidFill>
            <a:srgbClr val="132544"/>
          </a:solidFill>
          <a:ln w="25400">
            <a:solidFill>
              <a:srgbClr val="00D4FF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2651760"/>
            <a:ext cx="640080" cy="640080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8549640" y="2148840"/>
            <a:ext cx="594360" cy="59436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854964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4"/>
          <p:cNvSpPr/>
          <p:nvPr/>
        </p:nvSpPr>
        <p:spPr>
          <a:xfrm>
            <a:off x="7360920" y="3886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Re-scan Later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7360920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files again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9098280" y="3017520"/>
            <a:ext cx="685800" cy="0"/>
          </a:xfrm>
          <a:prstGeom prst="line">
            <a:avLst/>
          </a:prstGeom>
          <a:noFill/>
          <a:ln w="25400">
            <a:solidFill>
              <a:srgbClr val="00D4FF"/>
            </a:solidFill>
            <a:prstDash val="solid"/>
            <a:tailEnd type="triangle"/>
          </a:ln>
        </p:spPr>
      </p:sp>
      <p:sp>
        <p:nvSpPr>
          <p:cNvPr id="33" name="Shape 27"/>
          <p:cNvSpPr/>
          <p:nvPr/>
        </p:nvSpPr>
        <p:spPr>
          <a:xfrm>
            <a:off x="9829800" y="2286000"/>
            <a:ext cx="1463040" cy="1463040"/>
          </a:xfrm>
          <a:prstGeom prst="ellipse">
            <a:avLst/>
          </a:prstGeom>
          <a:solidFill>
            <a:srgbClr val="132544"/>
          </a:solidFill>
          <a:ln w="25400">
            <a:solidFill>
              <a:srgbClr val="00D4FF"/>
            </a:solidFill>
            <a:prstDash val="solid"/>
          </a:ln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1280" y="2651760"/>
            <a:ext cx="640080" cy="640080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10789920" y="2148840"/>
            <a:ext cx="594360" cy="59436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1078992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7" name="Text 30"/>
          <p:cNvSpPr/>
          <p:nvPr/>
        </p:nvSpPr>
        <p:spPr>
          <a:xfrm>
            <a:off x="9601200" y="3886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Changes</a:t>
            </a:r>
            <a:endParaRPr lang="en-US" sz="1400" dirty="0"/>
          </a:p>
        </p:txBody>
      </p:sp>
      <p:sp>
        <p:nvSpPr>
          <p:cNvPr id="38" name="Text 31"/>
          <p:cNvSpPr/>
          <p:nvPr/>
        </p:nvSpPr>
        <p:spPr>
          <a:xfrm>
            <a:off x="9601200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and alert</a:t>
            </a:r>
            <a:endParaRPr lang="en-US" sz="1000" dirty="0"/>
          </a:p>
        </p:txBody>
      </p:sp>
      <p:sp>
        <p:nvSpPr>
          <p:cNvPr id="39" name="Shape 32"/>
          <p:cNvSpPr/>
          <p:nvPr/>
        </p:nvSpPr>
        <p:spPr>
          <a:xfrm>
            <a:off x="914400" y="5212080"/>
            <a:ext cx="10332720" cy="109728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8720" y="5440680"/>
            <a:ext cx="640080" cy="640080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1965960" y="5349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SHA-256?</a:t>
            </a:r>
            <a:endParaRPr lang="en-US" sz="1400" dirty="0"/>
          </a:p>
        </p:txBody>
      </p:sp>
      <p:sp>
        <p:nvSpPr>
          <p:cNvPr id="42" name="Text 34"/>
          <p:cNvSpPr/>
          <p:nvPr/>
        </p:nvSpPr>
        <p:spPr>
          <a:xfrm>
            <a:off x="1965960" y="5715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 single byte change in a file produces a completely different hash — making tampering impossible to hide.</a:t>
            </a:r>
            <a:endParaRPr lang="en-US" sz="1200" dirty="0"/>
          </a:p>
        </p:txBody>
      </p:sp>
      <p:sp>
        <p:nvSpPr>
          <p:cNvPr id="43" name="Shape 35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0" y="6537960"/>
            <a:ext cx="73152" cy="3200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5" name="Text 37"/>
          <p:cNvSpPr/>
          <p:nvPr/>
        </p:nvSpPr>
        <p:spPr>
          <a:xfrm>
            <a:off x="274320" y="6537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Security Final Project</a:t>
            </a:r>
            <a:endParaRPr lang="en-US" sz="900" dirty="0"/>
          </a:p>
        </p:txBody>
      </p:sp>
      <p:sp>
        <p:nvSpPr>
          <p:cNvPr id="46" name="Text 38"/>
          <p:cNvSpPr/>
          <p:nvPr/>
        </p:nvSpPr>
        <p:spPr>
          <a:xfrm>
            <a:off x="11064240" y="65379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Monitor — Technologies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005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used to build it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657600" cy="44348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91640"/>
            <a:ext cx="3657600" cy="7315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57400"/>
            <a:ext cx="731520" cy="7315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2880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31520" y="31546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31520" y="388620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language as our other tool, so we can share knowledge and keep things simple.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" y="5440680"/>
            <a:ext cx="1463040" cy="3657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5440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v3.x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51960" y="1691640"/>
            <a:ext cx="3657600" cy="44348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51960" y="1691640"/>
            <a:ext cx="3657600" cy="7315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2057400"/>
            <a:ext cx="731520" cy="7315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526280" y="2880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526280" y="3154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Modules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4526280" y="3703320"/>
            <a:ext cx="3108960" cy="347472"/>
          </a:xfrm>
          <a:prstGeom prst="rect">
            <a:avLst/>
          </a:prstGeom>
          <a:solidFill>
            <a:srgbClr val="050D1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617720" y="37033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hashlib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5852160" y="37033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hashing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526280" y="4114800"/>
            <a:ext cx="3108960" cy="347472"/>
          </a:xfrm>
          <a:prstGeom prst="rect">
            <a:avLst/>
          </a:prstGeom>
          <a:solidFill>
            <a:srgbClr val="050D1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17720" y="41148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852160" y="41148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storage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4526280" y="4526280"/>
            <a:ext cx="3108960" cy="347472"/>
          </a:xfrm>
          <a:prstGeom prst="rect">
            <a:avLst/>
          </a:prstGeom>
          <a:solidFill>
            <a:srgbClr val="050D1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617720" y="45262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5852160" y="4526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operations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526280" y="4937760"/>
            <a:ext cx="3108960" cy="347472"/>
          </a:xfrm>
          <a:prstGeom prst="rect">
            <a:avLst/>
          </a:prstGeom>
          <a:solidFill>
            <a:srgbClr val="050D1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617720" y="49377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pathlib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5852160" y="4937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paths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526280" y="5349240"/>
            <a:ext cx="3108960" cy="347472"/>
          </a:xfrm>
          <a:prstGeom prst="rect">
            <a:avLst/>
          </a:prstGeom>
          <a:solidFill>
            <a:srgbClr val="050D1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617720" y="534924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5852160" y="5349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8046720" y="1691640"/>
            <a:ext cx="3657600" cy="44348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046720" y="1691640"/>
            <a:ext cx="3657600" cy="7315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3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2057400"/>
            <a:ext cx="731520" cy="731520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8321040" y="2880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CONCEPT</a:t>
            </a:r>
            <a:endParaRPr lang="en-US" sz="1100" dirty="0"/>
          </a:p>
        </p:txBody>
      </p:sp>
      <p:sp>
        <p:nvSpPr>
          <p:cNvPr id="37" name="Text 32"/>
          <p:cNvSpPr/>
          <p:nvPr/>
        </p:nvSpPr>
        <p:spPr>
          <a:xfrm>
            <a:off x="8321040" y="31546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Integrity Check</a:t>
            </a:r>
            <a:endParaRPr lang="en-US" sz="1800" dirty="0"/>
          </a:p>
        </p:txBody>
      </p:sp>
      <p:sp>
        <p:nvSpPr>
          <p:cNvPr id="38" name="Text 33"/>
          <p:cNvSpPr/>
          <p:nvPr/>
        </p:nvSpPr>
        <p:spPr>
          <a:xfrm>
            <a:off x="8321040" y="41605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file gets a unique 256-bit fingerprint. If even one bit changes, the hash changes, so we know the file was modified.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8321040" y="5440680"/>
            <a:ext cx="2286000" cy="3657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8321040" y="5440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256-bit Hash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0" y="6537960"/>
            <a:ext cx="73152" cy="3200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74320" y="6537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Security Final Project</a:t>
            </a:r>
            <a:endParaRPr lang="en-US" sz="900" dirty="0"/>
          </a:p>
        </p:txBody>
      </p:sp>
      <p:sp>
        <p:nvSpPr>
          <p:cNvPr id="44" name="Text 39"/>
          <p:cNvSpPr/>
          <p:nvPr/>
        </p:nvSpPr>
        <p:spPr>
          <a:xfrm>
            <a:off x="11064240" y="65379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005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project is organized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Structure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simple layout. Each part of the project lives in its own folder for easy navigation.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182880" cy="18288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291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folders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18288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703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&amp; docs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206240"/>
            <a:ext cx="182880" cy="1828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root file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0" y="1691640"/>
            <a:ext cx="6675120" cy="4434840"/>
          </a:xfrm>
          <a:prstGeom prst="rect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0" y="1691640"/>
            <a:ext cx="6675120" cy="411480"/>
          </a:xfrm>
          <a:prstGeom prst="rect">
            <a:avLst/>
          </a:prstGeom>
          <a:solidFill>
            <a:srgbClr val="132544"/>
          </a:solidFill>
          <a:ln w="12700">
            <a:solidFill>
              <a:srgbClr val="13254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12080" y="1828800"/>
            <a:ext cx="137160" cy="13716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40680" y="1828800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0" y="1828800"/>
            <a:ext cx="137160" cy="1371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project-structure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257800" y="224028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information-security-final-project/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57800" y="256946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 📁 password-generator/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57800" y="289864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├──  </a:t>
            </a:r>
            <a:r>
              <a:rPr lang="en-US" sz="1300" dirty="0" err="1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257800" y="32278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└──  README.md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57800" y="355701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 📁 file-integrity-checker/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257800" y="388620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├──  </a:t>
            </a:r>
            <a:r>
              <a:rPr lang="en-US" sz="1300" dirty="0" err="1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300" dirty="0">
              <a:solidFill>
                <a:srgbClr val="F1F5F9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257800" y="42153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├──  hashes.json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257800" y="454456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└──  security.log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257800" y="48737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 📁 screenshots/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57800" y="5202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 📁 presentation/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257800" y="553212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 📄 README.md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537960"/>
            <a:ext cx="73152" cy="3200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6537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Security Final Project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064240" y="65379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Generator — Demo Results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005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tested and confirmed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Tests Passed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697480"/>
            <a:ext cx="5303520" cy="64008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3464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269748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strong passwords successfully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3474720"/>
            <a:ext cx="5303520" cy="64008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118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347472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evaluation worked correctly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7200" y="4251960"/>
            <a:ext cx="5303520" cy="64008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38912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43000" y="425196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passwords generated at once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7200" y="5029200"/>
            <a:ext cx="5303520" cy="64008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16636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43000" y="502920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saved to file successfully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6126480" y="1691640"/>
            <a:ext cx="5577840" cy="4434840"/>
          </a:xfrm>
          <a:prstGeom prst="rect">
            <a:avLst/>
          </a:prstGeom>
          <a:solidFill>
            <a:srgbClr val="132544"/>
          </a:solidFill>
          <a:ln w="25400">
            <a:solidFill>
              <a:srgbClr val="00D4FF"/>
            </a:solidFill>
            <a:prstDash val="dash"/>
          </a:ln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0" y="274320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0" y="35204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</a:t>
            </a:r>
            <a:endParaRPr lang="en-US" sz="1100" dirty="0"/>
          </a:p>
        </p:txBody>
      </p:sp>
      <p:sp>
        <p:nvSpPr>
          <p:cNvPr id="22" name="Text 15"/>
          <p:cNvSpPr/>
          <p:nvPr/>
        </p:nvSpPr>
        <p:spPr>
          <a:xfrm>
            <a:off x="6126480" y="38404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password-strength-results.png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6309360" y="42976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screenshot here showing password strength evaluation output.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0" y="6537960"/>
            <a:ext cx="73152" cy="3200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274320" y="6537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Security Final Project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064240" y="65379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E807B7A0-F863-5EED-BB1A-6D1DDC5575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1645921"/>
            <a:ext cx="560832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Monitor — Demo Results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005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tested and confirmed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Tests Passed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697480"/>
            <a:ext cx="5303520" cy="64008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3464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269748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baseline created successfully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3474720"/>
            <a:ext cx="5303520" cy="64008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118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347472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files detected correctly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7200" y="4251960"/>
            <a:ext cx="5303520" cy="64008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38912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43000" y="425196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logs generated as expected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7200" y="5029200"/>
            <a:ext cx="5303520" cy="64008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16636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43000" y="502920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Tampering attempts caught reliably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6126480" y="1691640"/>
            <a:ext cx="5577840" cy="4434840"/>
          </a:xfrm>
          <a:prstGeom prst="rect">
            <a:avLst/>
          </a:prstGeom>
          <a:solidFill>
            <a:srgbClr val="132544"/>
          </a:solidFill>
          <a:ln w="25400">
            <a:solidFill>
              <a:srgbClr val="00D4FF"/>
            </a:solidFill>
            <a:prstDash val="dash"/>
          </a:ln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0" y="274320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0" y="35204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</a:t>
            </a:r>
            <a:endParaRPr lang="en-US" sz="1100" dirty="0"/>
          </a:p>
        </p:txBody>
      </p:sp>
      <p:sp>
        <p:nvSpPr>
          <p:cNvPr id="22" name="Text 15"/>
          <p:cNvSpPr/>
          <p:nvPr/>
        </p:nvSpPr>
        <p:spPr>
          <a:xfrm>
            <a:off x="6126480" y="38404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tampering-detection.png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6309360" y="42976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screenshot here showing detected file tampering and security log output.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0" y="6537960"/>
            <a:ext cx="73152" cy="3200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274320" y="6537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Security Final Project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064240" y="65379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9B36FD3-F53C-22ED-27BB-C69B92C1D9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691640"/>
            <a:ext cx="5681472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Security Concepts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005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ideas behind our project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703320" cy="21488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91640"/>
            <a:ext cx="73152" cy="21488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57400"/>
            <a:ext cx="914400" cy="91440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240280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28800" y="2057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Security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828800" y="2560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Strong, random passwords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343400" y="1691640"/>
            <a:ext cx="3703320" cy="21488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43400" y="1691640"/>
            <a:ext cx="73152" cy="21488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240280"/>
            <a:ext cx="548640" cy="5486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715000" y="2057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Protection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5715000" y="2560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user identity safely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466344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8229600" y="1691640"/>
            <a:ext cx="3703320" cy="21488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229600" y="1691640"/>
            <a:ext cx="73152" cy="21488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549640" y="2057400"/>
            <a:ext cx="914400" cy="91440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2240280"/>
            <a:ext cx="548640" cy="54864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601200" y="2057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Integrity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9601200" y="2560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files are unchanged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854964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457200" y="4023360"/>
            <a:ext cx="3703320" cy="21488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57200" y="4023360"/>
            <a:ext cx="73152" cy="21488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777240" y="4389120"/>
            <a:ext cx="914400" cy="91440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572000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828800" y="4389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Hashing</a:t>
            </a:r>
            <a:endParaRPr lang="en-US" sz="1600" dirty="0"/>
          </a:p>
        </p:txBody>
      </p:sp>
      <p:sp>
        <p:nvSpPr>
          <p:cNvPr id="31" name="Text 25"/>
          <p:cNvSpPr/>
          <p:nvPr/>
        </p:nvSpPr>
        <p:spPr>
          <a:xfrm>
            <a:off x="1828800" y="4892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fingerprint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777240" y="5577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4343400" y="4023360"/>
            <a:ext cx="3703320" cy="21488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4343400" y="4023360"/>
            <a:ext cx="73152" cy="21488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4663440" y="4389120"/>
            <a:ext cx="914400" cy="91440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4572000"/>
            <a:ext cx="548640" cy="54864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5715000" y="4389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Tampering Detection</a:t>
            </a:r>
            <a:endParaRPr lang="en-US" sz="1600" dirty="0"/>
          </a:p>
        </p:txBody>
      </p:sp>
      <p:sp>
        <p:nvSpPr>
          <p:cNvPr id="38" name="Text 31"/>
          <p:cNvSpPr/>
          <p:nvPr/>
        </p:nvSpPr>
        <p:spPr>
          <a:xfrm>
            <a:off x="5715000" y="4892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unauthorized changes</a:t>
            </a:r>
            <a:endParaRPr lang="en-US" sz="1200" dirty="0"/>
          </a:p>
        </p:txBody>
      </p:sp>
      <p:sp>
        <p:nvSpPr>
          <p:cNvPr id="39" name="Text 32"/>
          <p:cNvSpPr/>
          <p:nvPr/>
        </p:nvSpPr>
        <p:spPr>
          <a:xfrm>
            <a:off x="4663440" y="5577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900" dirty="0"/>
          </a:p>
        </p:txBody>
      </p:sp>
      <p:sp>
        <p:nvSpPr>
          <p:cNvPr id="40" name="Shape 33"/>
          <p:cNvSpPr/>
          <p:nvPr/>
        </p:nvSpPr>
        <p:spPr>
          <a:xfrm>
            <a:off x="8229600" y="4023360"/>
            <a:ext cx="3703320" cy="21488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8229600" y="4023360"/>
            <a:ext cx="73152" cy="21488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8549640" y="4389120"/>
            <a:ext cx="914400" cy="91440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4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32520" y="4572000"/>
            <a:ext cx="548640" cy="548640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9601200" y="4389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Monitoring</a:t>
            </a:r>
            <a:endParaRPr lang="en-US" sz="1600" dirty="0"/>
          </a:p>
        </p:txBody>
      </p:sp>
      <p:sp>
        <p:nvSpPr>
          <p:cNvPr id="45" name="Text 37"/>
          <p:cNvSpPr/>
          <p:nvPr/>
        </p:nvSpPr>
        <p:spPr>
          <a:xfrm>
            <a:off x="9601200" y="4892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systems continuously</a:t>
            </a:r>
            <a:endParaRPr lang="en-US" sz="1200" dirty="0"/>
          </a:p>
        </p:txBody>
      </p:sp>
      <p:sp>
        <p:nvSpPr>
          <p:cNvPr id="46" name="Text 38"/>
          <p:cNvSpPr/>
          <p:nvPr/>
        </p:nvSpPr>
        <p:spPr>
          <a:xfrm>
            <a:off x="8549640" y="5577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900" dirty="0"/>
          </a:p>
        </p:txBody>
      </p:sp>
      <p:sp>
        <p:nvSpPr>
          <p:cNvPr id="47" name="Shape 39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48" name="Shape 40"/>
          <p:cNvSpPr/>
          <p:nvPr/>
        </p:nvSpPr>
        <p:spPr>
          <a:xfrm>
            <a:off x="0" y="6537960"/>
            <a:ext cx="73152" cy="3200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9" name="Text 41"/>
          <p:cNvSpPr/>
          <p:nvPr/>
        </p:nvSpPr>
        <p:spPr>
          <a:xfrm>
            <a:off x="274320" y="6537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Security Final Project</a:t>
            </a:r>
            <a:endParaRPr lang="en-US" sz="900" dirty="0"/>
          </a:p>
        </p:txBody>
      </p:sp>
      <p:sp>
        <p:nvSpPr>
          <p:cNvPr id="50" name="Text 42"/>
          <p:cNvSpPr/>
          <p:nvPr/>
        </p:nvSpPr>
        <p:spPr>
          <a:xfrm>
            <a:off x="11064240" y="65379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Improvements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005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want to add next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03120"/>
            <a:ext cx="1645920" cy="1645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931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57200" y="443484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for v2.0 to make our tools even better.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0" y="1691640"/>
            <a:ext cx="8503920" cy="7772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00400" y="1691640"/>
            <a:ext cx="73152" cy="7772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29000" y="1828800"/>
            <a:ext cx="502920" cy="50292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9584" y="1929384"/>
            <a:ext cx="301752" cy="30175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6908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Graphical User Interface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069080" y="208483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point-and-click for non-technical users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200400" y="2560320"/>
            <a:ext cx="8503920" cy="7772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200400" y="2560320"/>
            <a:ext cx="73152" cy="7772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429000" y="2697480"/>
            <a:ext cx="502920" cy="50292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9584" y="279806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06908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4069080" y="295351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files continuously, not just on demand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3200400" y="3429000"/>
            <a:ext cx="8503920" cy="7772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3200400" y="3429000"/>
            <a:ext cx="73152" cy="7772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429000" y="3566160"/>
            <a:ext cx="502920" cy="50292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9584" y="3666744"/>
            <a:ext cx="301752" cy="30175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069080" y="3474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Alerts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4069080" y="382219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notifications when changes are detected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3200400" y="4297680"/>
            <a:ext cx="8503920" cy="7772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3200400" y="4297680"/>
            <a:ext cx="73152" cy="7772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429000" y="4434840"/>
            <a:ext cx="502920" cy="50292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9584" y="4535424"/>
            <a:ext cx="301752" cy="301752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4069080" y="4343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Multi-directory Support</a:t>
            </a:r>
            <a:endParaRPr lang="en-US" sz="1400" dirty="0"/>
          </a:p>
        </p:txBody>
      </p:sp>
      <p:sp>
        <p:nvSpPr>
          <p:cNvPr id="31" name="Text 24"/>
          <p:cNvSpPr/>
          <p:nvPr/>
        </p:nvSpPr>
        <p:spPr>
          <a:xfrm>
            <a:off x="4069080" y="46908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several folders at the same time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3200400" y="5166360"/>
            <a:ext cx="8503920" cy="777240"/>
          </a:xfrm>
          <a:prstGeom prst="rect">
            <a:avLst/>
          </a:prstGeom>
          <a:solidFill>
            <a:srgbClr val="132544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3200400" y="5166360"/>
            <a:ext cx="73152" cy="7772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3429000" y="5303520"/>
            <a:ext cx="502920" cy="502920"/>
          </a:xfrm>
          <a:prstGeom prst="ellipse">
            <a:avLst/>
          </a:prstGeom>
          <a:solidFill>
            <a:srgbClr val="050D1A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29584" y="5404104"/>
            <a:ext cx="301752" cy="301752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4069080" y="5212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Support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4069080" y="555955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 the password file and hash database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0" y="6537960"/>
            <a:ext cx="73152" cy="3200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274320" y="6537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Security Final Project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11064240" y="65379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5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371600"/>
            <a:ext cx="12161520" cy="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2743200"/>
            <a:ext cx="12161520" cy="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114800"/>
            <a:ext cx="12161520" cy="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5486400"/>
            <a:ext cx="12161520" cy="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0"/>
            <a:ext cx="12161520" cy="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44400" y="0"/>
            <a:ext cx="0" cy="6858000"/>
          </a:xfrm>
          <a:prstGeom prst="line">
            <a:avLst/>
          </a:prstGeom>
          <a:noFill/>
          <a:ln w="6350">
            <a:solidFill>
              <a:srgbClr val="1E3A8A">
                <a:alpha val="3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548640"/>
            <a:ext cx="1280160" cy="36576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48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000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502920"/>
            <a:ext cx="914400" cy="9144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1097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Wrapping Up</a:t>
            </a:r>
            <a:endParaRPr lang="en-US" sz="4400" dirty="0"/>
          </a:p>
        </p:txBody>
      </p:sp>
      <p:sp>
        <p:nvSpPr>
          <p:cNvPr id="22" name="Shape 19"/>
          <p:cNvSpPr/>
          <p:nvPr/>
        </p:nvSpPr>
        <p:spPr>
          <a:xfrm>
            <a:off x="548640" y="1828800"/>
            <a:ext cx="137160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88620" y="2194560"/>
            <a:ext cx="2743200" cy="3108960"/>
          </a:xfrm>
          <a:prstGeom prst="rect">
            <a:avLst/>
          </a:prstGeom>
          <a:solidFill>
            <a:srgbClr val="132544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257300" y="2560320"/>
            <a:ext cx="1005840" cy="1005840"/>
          </a:xfrm>
          <a:prstGeom prst="ellipse">
            <a:avLst/>
          </a:prstGeom>
          <a:solidFill>
            <a:srgbClr val="050D1A"/>
          </a:solidFill>
          <a:ln w="25400">
            <a:solidFill>
              <a:srgbClr val="00D4FF"/>
            </a:solidFill>
            <a:prstDash val="solid"/>
          </a:ln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0180" y="2743200"/>
            <a:ext cx="640080" cy="64008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571500" y="3749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Demonstrated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617220" y="42976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shows important Information Security ideas in action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3268980" y="2194560"/>
            <a:ext cx="2743200" cy="3108960"/>
          </a:xfrm>
          <a:prstGeom prst="rect">
            <a:avLst/>
          </a:prstGeom>
          <a:solidFill>
            <a:srgbClr val="132544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137660" y="2560320"/>
            <a:ext cx="1005840" cy="1005840"/>
          </a:xfrm>
          <a:prstGeom prst="ellipse">
            <a:avLst/>
          </a:prstGeom>
          <a:solidFill>
            <a:srgbClr val="050D1A"/>
          </a:solidFill>
          <a:ln w="25400">
            <a:solidFill>
              <a:srgbClr val="00D4FF"/>
            </a:solidFill>
            <a:prstDash val="solid"/>
          </a:ln>
        </p:spPr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540" y="2743200"/>
            <a:ext cx="640080" cy="64008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3451860" y="3749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Authentication</a:t>
            </a:r>
            <a:endParaRPr lang="en-US" sz="1500" dirty="0"/>
          </a:p>
        </p:txBody>
      </p:sp>
      <p:sp>
        <p:nvSpPr>
          <p:cNvPr id="32" name="Text 27"/>
          <p:cNvSpPr/>
          <p:nvPr/>
        </p:nvSpPr>
        <p:spPr>
          <a:xfrm>
            <a:off x="3497580" y="42976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Generator improves login and account security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6149340" y="2194560"/>
            <a:ext cx="2743200" cy="3108960"/>
          </a:xfrm>
          <a:prstGeom prst="rect">
            <a:avLst/>
          </a:prstGeom>
          <a:solidFill>
            <a:srgbClr val="132544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018020" y="2560320"/>
            <a:ext cx="1005840" cy="1005840"/>
          </a:xfrm>
          <a:prstGeom prst="ellipse">
            <a:avLst/>
          </a:prstGeom>
          <a:solidFill>
            <a:srgbClr val="050D1A"/>
          </a:solidFill>
          <a:ln w="25400">
            <a:solidFill>
              <a:srgbClr val="00D4FF"/>
            </a:solidFill>
            <a:prstDash val="solid"/>
          </a:ln>
        </p:spPr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0900" y="2743200"/>
            <a:ext cx="640080" cy="64008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6332220" y="3749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Protection</a:t>
            </a:r>
            <a:endParaRPr lang="en-US" sz="1500" dirty="0"/>
          </a:p>
        </p:txBody>
      </p:sp>
      <p:sp>
        <p:nvSpPr>
          <p:cNvPr id="37" name="Text 31"/>
          <p:cNvSpPr/>
          <p:nvPr/>
        </p:nvSpPr>
        <p:spPr>
          <a:xfrm>
            <a:off x="6377940" y="42976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Monitor protects files using SHA-256 hashing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9029700" y="2194560"/>
            <a:ext cx="2743200" cy="3108960"/>
          </a:xfrm>
          <a:prstGeom prst="rect">
            <a:avLst/>
          </a:prstGeom>
          <a:solidFill>
            <a:srgbClr val="132544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9898380" y="2560320"/>
            <a:ext cx="1005840" cy="1005840"/>
          </a:xfrm>
          <a:prstGeom prst="ellipse">
            <a:avLst/>
          </a:prstGeom>
          <a:solidFill>
            <a:srgbClr val="050D1A"/>
          </a:solidFill>
          <a:ln w="25400">
            <a:solidFill>
              <a:srgbClr val="00D4FF"/>
            </a:solidFill>
            <a:prstDash val="solid"/>
          </a:ln>
        </p:spPr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1260" y="2743200"/>
            <a:ext cx="640080" cy="640080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212580" y="3749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Impact</a:t>
            </a:r>
            <a:endParaRPr lang="en-US" sz="1500" dirty="0"/>
          </a:p>
        </p:txBody>
      </p:sp>
      <p:sp>
        <p:nvSpPr>
          <p:cNvPr id="42" name="Text 35"/>
          <p:cNvSpPr/>
          <p:nvPr/>
        </p:nvSpPr>
        <p:spPr>
          <a:xfrm>
            <a:off x="9258300" y="42976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tools help protect systems and sensitive information</a:t>
            </a:r>
            <a:endParaRPr lang="en-US" sz="1100" dirty="0"/>
          </a:p>
        </p:txBody>
      </p:sp>
      <p:sp>
        <p:nvSpPr>
          <p:cNvPr id="43" name="Shape 36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0" y="5760720"/>
            <a:ext cx="1216152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548640" y="5897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2600" dirty="0"/>
          </a:p>
        </p:txBody>
      </p:sp>
      <p:sp>
        <p:nvSpPr>
          <p:cNvPr id="46" name="Text 39"/>
          <p:cNvSpPr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Mohammad Farid Hassani  •  Sami Jaberi—  Information Security Course</a:t>
            </a:r>
            <a:endParaRPr lang="en-US" sz="1200" dirty="0"/>
          </a:p>
        </p:txBody>
      </p:sp>
      <p:sp>
        <p:nvSpPr>
          <p:cNvPr id="47" name="Text 40"/>
          <p:cNvSpPr/>
          <p:nvPr/>
        </p:nvSpPr>
        <p:spPr>
          <a:xfrm>
            <a:off x="8961120" y="5989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i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988</Words>
  <Application>Microsoft Macintosh PowerPoint</Application>
  <PresentationFormat>Widescreen</PresentationFormat>
  <Paragraphs>277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Information Security Final Project</dc:title>
  <dc:subject>PptxGenJS Presentation</dc:subject>
  <dc:creator>Mohammad Farid Hassani</dc:creator>
  <cp:lastModifiedBy>mfh102170@gmail.com</cp:lastModifiedBy>
  <cp:revision>5</cp:revision>
  <dcterms:created xsi:type="dcterms:W3CDTF">2026-05-08T10:37:41Z</dcterms:created>
  <dcterms:modified xsi:type="dcterms:W3CDTF">2026-05-08T10:46:36Z</dcterms:modified>
</cp:coreProperties>
</file>